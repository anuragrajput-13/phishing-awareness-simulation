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54864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54864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05156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0195560" y="105156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105156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– CYBER SECURITY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PhishAware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918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Self-Contained Phishing Awareness Simulation Web App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• JSON file datastore • no passwords ever transmitted or stored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exploits human judgment, not a technical flaw. Measuring real behavior needs a realistic — but genuinely safe — simulation.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5778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passwords ever transmitted to or stored by the backend, by design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13258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simulation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6459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mock sign-in page, an event-logging backend, and a results dashboard.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25146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48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4688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credential safety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27889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ever sent to or stored by the server, by construction.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4840" y="36576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348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36118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real behavior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39319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Opens, clicks, sign-in attempts, and self-reports, timestamped.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48006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348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47548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data into recommendations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50749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dashboard results to guide awareness training.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Node.js/Express app — no external database required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206240" cy="2880360"/>
          </a:xfrm>
          <a:prstGeom prst="roundRect">
            <a:avLst>
              <a:gd name="adj" fmla="val 1905"/>
            </a:avLst>
          </a:prstGeom>
          <a:solidFill>
            <a:srgbClr val="F5F6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server.js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package.json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data.json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index.html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dashboard.html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styles.css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script.js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0" y="1417320"/>
            <a:ext cx="630936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4E7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417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14173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874520"/>
            <a:ext cx="6309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874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8745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sign-in simulation page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331720"/>
            <a:ext cx="6309360" cy="457200"/>
          </a:xfrm>
          <a:prstGeom prst="rect">
            <a:avLst/>
          </a:prstGeom>
          <a:solidFill>
            <a:srgbClr val="F5F6FA"/>
          </a:solidFill>
          <a:ln w="6350">
            <a:solidFill>
              <a:srgbClr val="E4E7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/dashboard.html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2331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results dashboard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788920"/>
            <a:ext cx="6309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/api/events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27889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 event (no password)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246120"/>
            <a:ext cx="6309360" cy="457200"/>
          </a:xfrm>
          <a:prstGeom prst="rect">
            <a:avLst/>
          </a:prstGeom>
          <a:solidFill>
            <a:srgbClr val="F5F6FA"/>
          </a:solidFill>
          <a:ln w="6350">
            <a:solidFill>
              <a:srgbClr val="E4E7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/api/stats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32461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aggregate counts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703320"/>
            <a:ext cx="6309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3703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/api/events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37033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event log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2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7091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Privacy-by-design safeguard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0749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 sends only { event_type, username } to the server — the password field's value is never included in the network request. The event API has no password field at all, so a modified client can't smuggle one into storage without a code change.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Simulation in Action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labeled SIMULATION ONLY — password never transmitted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212080" cy="3618992"/>
          </a:xfrm>
          <a:prstGeom prst="roundRect">
            <a:avLst>
              <a:gd name="adj" fmla="val 1263"/>
            </a:avLst>
          </a:prstGeom>
          <a:solidFill>
            <a:srgbClr val="F5F6FA"/>
          </a:solidFill>
          <a:ln w="12700">
            <a:solidFill>
              <a:srgbClr val="D8DCE8"/>
            </a:solidFill>
            <a:prstDash val="solid"/>
          </a:ln>
        </p:spPr>
      </p:sp>
      <p:pic>
        <p:nvPicPr>
          <p:cNvPr id="5" name="Image 0" descr="assets/screenshot_login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120640" cy="35275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1277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page (pre-submit)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55080" y="1417320"/>
            <a:ext cx="5212080" cy="3618992"/>
          </a:xfrm>
          <a:prstGeom prst="roundRect">
            <a:avLst>
              <a:gd name="adj" fmla="val 1263"/>
            </a:avLst>
          </a:prstGeom>
          <a:solidFill>
            <a:srgbClr val="F5F6FA"/>
          </a:solidFill>
          <a:ln w="12700">
            <a:solidFill>
              <a:srgbClr val="D8DCE8"/>
            </a:solidFill>
            <a:prstDash val="solid"/>
          </a:ln>
        </p:spPr>
      </p:sp>
      <p:pic>
        <p:nvPicPr>
          <p:cNvPr id="8" name="Image 1" descr="assets/screenshot_login_submit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120640" cy="352755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0" y="51277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after submit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“Simulation recorded. No password was stored.” — shown immediately after every submit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counts from the PhishAware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337560" cy="4846320"/>
          </a:xfrm>
          <a:prstGeom prst="roundRect">
            <a:avLst>
              <a:gd name="adj" fmla="val 1370"/>
            </a:avLst>
          </a:prstGeom>
          <a:solidFill>
            <a:srgbClr val="F5F6FA"/>
          </a:solidFill>
          <a:ln w="12700">
            <a:solidFill>
              <a:srgbClr val="D8DCE8"/>
            </a:solidFill>
            <a:prstDash val="solid"/>
          </a:ln>
        </p:spPr>
      </p:sp>
      <p:pic>
        <p:nvPicPr>
          <p:cNvPr id="5" name="Image 0" descr="assets/screensho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246120" cy="39570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43400" y="146304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26280" y="153619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53619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opened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251460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258775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258775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clicked the link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3400" y="356616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363931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363931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sign-in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343400" y="461772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6280" y="46908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5760720" y="469087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as suspicious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343400" y="5760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attempts = self-reports in this run — several participants noticed only after interacting with the page, not before.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&amp; Recommendations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says, and what to do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Believable prompts still work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877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test window disclosed in advance, participants still engaged with the lure.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82880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Behavior-only logging is enough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5877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awareness metrics never required touching a real password.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2880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lagged recognition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5877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participants noticed only after interacting — pre-click inspection is the training gap.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42900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1879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one-click 'Report Phishing' habit and debrief every run immediately, blame-free.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2461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25" name="Shape 23"/>
          <p:cNvSpPr/>
          <p:nvPr/>
        </p:nvSpPr>
        <p:spPr>
          <a:xfrm>
            <a:off x="4480560" y="342900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8056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trend, not one run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1879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with varied lures and watch the click-rate trend over successive simulations.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32461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0" y="342900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thoughtfully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1879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file suits a class project; real deployments need a proper DB and dashboard auth.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2026-09-28T19:01:26Z</dcterms:created>
  <dcterms:modified xsi:type="dcterms:W3CDTF">2026-09-28T19:01:26Z</dcterms:modified>
</cp:coreProperties>
</file>